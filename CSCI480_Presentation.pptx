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CSCI480 Layered IDS/IPS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Multi-Model Intrusion Detection and Prevention System</a:t>
            </a:r>
          </a:p>
          <a:p>
            <a:r>
              <a:t>Senior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Cybersecurity threats are increasingly sophisticated and automated</a:t>
            </a:r>
          </a:p>
          <a:p>
            <a:pPr/>
            <a:r>
              <a:t>Traditional signature-based IDS cannot detect zero-day attacks</a:t>
            </a:r>
          </a:p>
          <a:p>
            <a:pPr/>
            <a:r>
              <a:t>Network administrators need real-time threat detection and automated response</a:t>
            </a:r>
          </a:p>
          <a:p>
            <a:pPr/>
            <a:r>
              <a:t>Organizations require layered defense with multiple detection models</a:t>
            </a:r>
          </a:p>
          <a:p>
            <a:pPr/>
            <a:r>
              <a:t>Need for active prevention capabilities beyond passive monitoring</a:t>
            </a:r>
          </a:p>
          <a:p>
            <a:pPr/>
            <a:r>
              <a:t>Growing volume of network traffic requires automated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Live packet capture with real-time analysis</a:t>
            </a:r>
          </a:p>
          <a:p>
            <a:pPr/>
            <a:r>
              <a:t>Layered ML detection using 7 different models</a:t>
            </a:r>
          </a:p>
          <a:p>
            <a:pPr/>
            <a:r>
              <a:t>Active prevention and healing via firewall rules</a:t>
            </a:r>
          </a:p>
          <a:p>
            <a:pPr/>
            <a:r>
              <a:t>Real attack simulation for testing</a:t>
            </a:r>
          </a:p>
          <a:p>
            <a:pPr/>
            <a:r>
              <a:t>PCAP replay and upload for forensic analysis</a:t>
            </a:r>
          </a:p>
          <a:p>
            <a:pPr/>
            <a:r>
              <a:t>Real-time dashboard with visualization</a:t>
            </a:r>
          </a:p>
          <a:p>
            <a:pPr/>
            <a:r>
              <a:t>Adaptive decoy deployment for threat deception</a:t>
            </a:r>
          </a:p>
          <a:p>
            <a:pPr/>
            <a:r>
              <a:t>Windows packaging for easy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Left Column:</a:t>
            </a:r>
          </a:p>
          <a:p>
            <a:pPr lvl="1"/>
            <a:r>
              <a:t>Backend (Flask API)</a:t>
            </a:r>
          </a:p>
          <a:p>
            <a:pPr lvl="1"/>
            <a:r>
              <a:t>- Packet capture engine (Scapy)</a:t>
            </a:r>
          </a:p>
          <a:p>
            <a:pPr lvl="1"/>
            <a:r>
              <a:t>- ML model inference pipeline</a:t>
            </a:r>
          </a:p>
          <a:p>
            <a:pPr lvl="1"/>
            <a:r>
              <a:t>- Prevention/healing logic</a:t>
            </a:r>
          </a:p>
          <a:p>
            <a:pPr lvl="1"/>
            <a:r>
              <a:t>- Attack simulator</a:t>
            </a:r>
          </a:p>
          <a:p>
            <a:pPr lvl="1"/>
            <a:r>
              <a:t>- Decoy manager</a:t>
            </a:r>
          </a:p>
          <a:p>
            <a:br/>
            <a:pPr>
              <a:defRPr b="1"/>
            </a:pPr>
            <a:r>
              <a:t>Right Column:</a:t>
            </a:r>
          </a:p>
          <a:p>
            <a:pPr lvl="1"/>
            <a:r>
              <a:t>Frontend (Dashboard UI)</a:t>
            </a:r>
          </a:p>
          <a:p>
            <a:pPr lvl="1"/>
            <a:r>
              <a:t>- Real-time traffic visualization</a:t>
            </a:r>
          </a:p>
          <a:p>
            <a:pPr lvl="1"/>
            <a:r>
              <a:t>- Alert management interface</a:t>
            </a:r>
          </a:p>
          <a:p>
            <a:pPr lvl="1"/>
            <a:r>
              <a:t>- Defense controls</a:t>
            </a:r>
          </a:p>
          <a:p>
            <a:pPr lvl="1"/>
            <a:r>
              <a:t>- PCAP analysis tools</a:t>
            </a:r>
          </a:p>
          <a:p>
            <a:pPr lvl="1"/>
            <a:r>
              <a:t>- Results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Left Column:</a:t>
            </a:r>
          </a:p>
          <a:p>
            <a:pPr lvl="1"/>
            <a:r>
              <a:t>Backend Frameworks</a:t>
            </a:r>
          </a:p>
          <a:p>
            <a:pPr lvl="1"/>
            <a:r>
              <a:t>- Flask (Python web framework)</a:t>
            </a:r>
          </a:p>
          <a:p>
            <a:pPr lvl="1"/>
            <a:r>
              <a:t>- Flask-CORS (cross-origin)</a:t>
            </a:r>
          </a:p>
          <a:p>
            <a:pPr lvl="1"/>
            <a:r>
              <a:t>- Scapy (packet capture)</a:t>
            </a:r>
          </a:p>
          <a:p>
            <a:pPr lvl="1"/>
            <a:r>
              <a:t>- psutil (system monitoring)</a:t>
            </a:r>
          </a:p>
          <a:p>
            <a:br/>
            <a:pPr>
              <a:defRPr b="1"/>
            </a:pPr>
            <a:r>
              <a:t>Right Column:</a:t>
            </a:r>
          </a:p>
          <a:p>
            <a:pPr lvl="1"/>
            <a:r>
              <a:t>ML &amp; Data Science</a:t>
            </a:r>
          </a:p>
          <a:p>
            <a:pPr lvl="1"/>
            <a:r>
              <a:t>- PyTorch (deep learning)</a:t>
            </a:r>
          </a:p>
          <a:p>
            <a:pPr lvl="1"/>
            <a:r>
              <a:t>- scikit-learn (ML models)</a:t>
            </a:r>
          </a:p>
          <a:p>
            <a:pPr lvl="1"/>
            <a:r>
              <a:t>- NumPy &amp; Pandas (data)</a:t>
            </a:r>
          </a:p>
          <a:p>
            <a:pPr lvl="1"/>
            <a:r>
              <a:t>- 7 ML models: AE, IsoForest, KMeans, RF, GNN, PPO, GBDT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Models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AutoEncoder (Unsupervised) - Anomaly detection via reconstruction error</a:t>
            </a:r>
          </a:p>
          <a:p>
            <a:pPr/>
            <a:r>
              <a:t>IsolationForest (Unsupervised) - Isolates anomalies using random partitioning</a:t>
            </a:r>
          </a:p>
          <a:p>
            <a:pPr/>
            <a:r>
              <a:t>KMeans (Unsupervised) - Clustering-based anomaly detection</a:t>
            </a:r>
          </a:p>
          <a:p>
            <a:pPr/>
            <a:r>
              <a:t>RandomForest (Supervised) - Multi-class attack classification</a:t>
            </a:r>
          </a:p>
          <a:p>
            <a:pPr/>
            <a:r>
              <a:t>GradientBoosting (Supervised) - Ensemble decision trees</a:t>
            </a:r>
          </a:p>
          <a:p>
            <a:pPr/>
            <a:r>
              <a:t>Graph Neural Network (Deep Learning) - Flow pattern analysis</a:t>
            </a:r>
          </a:p>
          <a:p>
            <a:pPr/>
            <a:r>
              <a:t>PPO (Reinforcement Learning) - Adaptive response policy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Left Column:</a:t>
            </a:r>
          </a:p>
          <a:p>
            <a:pPr lvl="1"/>
            <a:r>
              <a:t>Challenge: Real-time packet capture</a:t>
            </a:r>
          </a:p>
          <a:p>
            <a:pPr lvl="1"/>
            <a:r>
              <a:t>Solution: Batched capture with Scapy, async processing</a:t>
            </a:r>
          </a:p>
          <a:p>
            <a:pPr lvl="1"/>
          </a:p>
          <a:p>
            <a:pPr lvl="1"/>
            <a:r>
              <a:t>Challenge: ML model integration</a:t>
            </a:r>
          </a:p>
          <a:p>
            <a:pPr lvl="1"/>
            <a:r>
              <a:t>Solution: Unified prediction API with feature scaling</a:t>
            </a:r>
          </a:p>
          <a:p>
            <a:pPr lvl="1"/>
          </a:p>
          <a:p>
            <a:pPr lvl="1"/>
            <a:r>
              <a:t>Challenge: Windows firewall integration</a:t>
            </a:r>
          </a:p>
          <a:p>
            <a:br/>
            <a:pPr>
              <a:defRPr b="1"/>
            </a:pPr>
            <a:r>
              <a:t>Right Column:</a:t>
            </a:r>
          </a:p>
          <a:p>
            <a:pPr lvl="1"/>
            <a:r>
              <a:t>Solution: PowerShell-based firewall rule management</a:t>
            </a:r>
          </a:p>
          <a:p>
            <a:pPr lvl="1"/>
          </a:p>
          <a:p>
            <a:pPr lvl="1"/>
            <a:r>
              <a:t>Challenge: False positive reduction</a:t>
            </a:r>
          </a:p>
          <a:p>
            <a:pPr lvl="1"/>
            <a:r>
              <a:t>Solution: Ensemble voting with risk ranking</a:t>
            </a:r>
          </a:p>
          <a:p>
            <a:pPr lvl="1"/>
          </a:p>
          <a:p>
            <a:pPr lvl="1"/>
            <a:r>
              <a:t>Challenge: Deployment complexity</a:t>
            </a:r>
          </a:p>
          <a:p>
            <a:pPr lvl="1"/>
            <a:r>
              <a:t>Solution: PyInstaller packaging with Inno Setup installer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Screenshots</a:t>
            </a:r>
          </a:p>
        </p:txBody>
      </p:sp>
      <p:pic>
        <p:nvPicPr>
          <p:cNvPr id="3" name="Picture 2" descr="screenshot_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Dashboard Overview</a:t>
            </a:r>
          </a:p>
        </p:txBody>
      </p:sp>
      <p:pic>
        <p:nvPicPr>
          <p:cNvPr id="5" name="Picture 4" descr="screenshot_02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3657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Main UI</a:t>
            </a:r>
          </a:p>
        </p:txBody>
      </p:sp>
      <p:pic>
        <p:nvPicPr>
          <p:cNvPr id="7" name="Picture 6" descr="screenshot_03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1"/>
            <a:ext cx="36576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1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Live Results</a:t>
            </a:r>
          </a:p>
        </p:txBody>
      </p:sp>
      <p:pic>
        <p:nvPicPr>
          <p:cNvPr id="9" name="Picture 8" descr="screenshot_02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657601"/>
            <a:ext cx="36576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0" y="5943601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Defense &amp; Prevention</a:t>
            </a:r>
          </a:p>
        </p:txBody>
      </p:sp>
      <p:pic>
        <p:nvPicPr>
          <p:cNvPr id="11" name="Picture 10" descr="screenshot_02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943602"/>
            <a:ext cx="365760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822960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PCAP Replay</a:t>
            </a:r>
          </a:p>
        </p:txBody>
      </p:sp>
      <p:pic>
        <p:nvPicPr>
          <p:cNvPr id="13" name="Picture 12" descr="screenshot_02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943602"/>
            <a:ext cx="3657600" cy="228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0" y="822960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Model Settings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This Project Unique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Layered detection with 7 complementary ML models</a:t>
            </a:r>
          </a:p>
          <a:p>
            <a:pPr/>
            <a:r>
              <a:t>Active prevention capabilities (firewall blocking, decoy deployment)</a:t>
            </a:r>
          </a:p>
          <a:p>
            <a:pPr/>
            <a:r>
              <a:t>Real-time attack simulation for testing</a:t>
            </a:r>
          </a:p>
          <a:p>
            <a:pPr/>
            <a:r>
              <a:t>PCAP replay for forensic analysis</a:t>
            </a:r>
          </a:p>
          <a:p>
            <a:pPr/>
            <a:r>
              <a:t>Windows-native packaging for easy deployment</a:t>
            </a:r>
          </a:p>
          <a:p>
            <a:pPr/>
            <a:r>
              <a:t>Adaptive response using reinforcement learning</a:t>
            </a:r>
          </a:p>
          <a:p>
            <a:pPr/>
            <a:r>
              <a:t>Comprehensive dashboard with real-time visualization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Add user authentication and role-based access control</a:t>
            </a:r>
          </a:p>
          <a:p>
            <a:pPr/>
            <a:r>
              <a:t>Implement feedback loop for adaptive model learning</a:t>
            </a:r>
          </a:p>
          <a:p>
            <a:pPr/>
            <a:r>
              <a:t>Expand ML model ensemble with additional architectures</a:t>
            </a:r>
          </a:p>
          <a:p>
            <a:pPr/>
            <a:r>
              <a:t>Add mobile app for remote monitoring</a:t>
            </a:r>
          </a:p>
          <a:p>
            <a:pPr/>
            <a:r>
              <a:t>Integrate with SIEM systems</a:t>
            </a:r>
          </a:p>
          <a:p>
            <a:pPr/>
            <a:r>
              <a:t>Implement distributed deployment for enterprise networks</a:t>
            </a:r>
          </a:p>
          <a:p>
            <a:pPr/>
            <a:r>
              <a:t>Add threat intelligence feed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Launch the application and access dashboard at http://127.0.0.1:5000</a:t>
            </a:r>
          </a:p>
          <a:p>
            <a:pPr/>
            <a:r>
              <a:t>2. Select network interface for packet capture</a:t>
            </a:r>
          </a:p>
          <a:p>
            <a:pPr/>
            <a:r>
              <a:t>3. Start live capture and observe real-time analysis</a:t>
            </a:r>
          </a:p>
          <a:p>
            <a:pPr/>
            <a:r>
              <a:t>4. View results table with model predictions and risk scores</a:t>
            </a:r>
          </a:p>
          <a:p>
            <a:pPr/>
            <a:r>
              <a:t>5. Demonstrate attack simulation capabilities</a:t>
            </a:r>
          </a:p>
          <a:p>
            <a:pPr/>
            <a:r>
              <a:t>6. Show prevention/healing actions (firewall blocking)</a:t>
            </a:r>
          </a:p>
          <a:p>
            <a:pPr/>
            <a:r>
              <a:t>7. Upload and analyze PCAP files</a:t>
            </a:r>
          </a:p>
          <a:p>
            <a:pPr/>
            <a:r>
              <a:t>8. Export results for further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CSCI480 Layered IDS/IPS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