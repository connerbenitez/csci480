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2e21b807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2e21b807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2e21b8078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2e21b8078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2e21b807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2e21b807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2e21b8078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2e21b8078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2e21b8078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2e21b807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2e21b8078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2e21b8078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2e21b807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2e21b807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2e21b8078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2e21b8078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272450" y="1796475"/>
            <a:ext cx="65991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Autonomous Intrusion Prevention System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Conner, Josh, Jerry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Modern computer networks face a growing challenge: automated attacks operate faster than human defenders can respond.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Traditional Intrusion Detection Systems (IDS) only provide alerts after suspicious activity occurs. They do not prevent attacks in real time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project proposes the creation of a Automated IDS system that uses machine learning to identify abnormal behavior and actively defend the network without human intervention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security systems suffer from three major weaknesses: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Passive defense: Alerts occur after damage may already be done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Static rule sets: Ineffective against zero-day or novel attacks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 fatigue: Excessive notifications overwhelm security teams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project addresses these limitations by creating a system that automatically detects and actively responds to intrusions in real time.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 and Deliverables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Learn patterns of normal network activity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Detect deviations that may indicate malicious behavior using machine learning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 active response mechanisms to mitigate threats (Rule based and AI Agent)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Record and analyze incidents to support system improvement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Develop an administrative dashboard for real-time monitoring and historical analysis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Significance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52700" y="1713700"/>
            <a:ext cx="82386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64"/>
              <a:t>Self-Managing System (Autonomic Computing)</a:t>
            </a:r>
            <a:r>
              <a:rPr b="1" lang="en" sz="1464"/>
              <a:t>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/>
              <a:t>Goes b</a:t>
            </a:r>
            <a:r>
              <a:rPr lang="en" sz="1300"/>
              <a:t>eyond simple "monitoring," allowing the system to manage itself.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/>
              <a:t>Reduces the dependency on constant human intervention for every alert.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29"/>
              <a:t>Proactive vs. Reactive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Create active response mechanisms to mitigate threats (Rule based and AI Agent)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Record and analyze incidents to support system improvement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Develop an administrative dashboard for real-time monitoring and historical analysis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270150" y="3230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Work Plan</a:t>
            </a:r>
            <a:endParaRPr/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304325" y="1181150"/>
            <a:ext cx="4262100" cy="23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 Analysis &amp; Design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the project scope and system requirements.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the system architecture: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ML engine, defense mechanism, and dashboard.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4566475" y="1181150"/>
            <a:ext cx="4262100" cy="23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 Data Preparation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 network traffic using Scapy and extract data features.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 and clean the data for training the Machine Learning model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264625" y="2471275"/>
            <a:ext cx="4262100" cy="23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3: Model Development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the detection models (e.g., K-Means clustering).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and validate the model using historical or simulated live traffic.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4617275" y="2471275"/>
            <a:ext cx="4262100" cy="23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 Active Defense Implementation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 rules for known attacks and AI agents for new threats.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 real-time blocking or quarantining.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and Idea of Solution</a:t>
            </a:r>
            <a:endParaRPr/>
          </a:p>
        </p:txBody>
      </p:sp>
      <p:sp>
        <p:nvSpPr>
          <p:cNvPr id="168" name="Google Shape;168;p19"/>
          <p:cNvSpPr txBox="1"/>
          <p:nvPr>
            <p:ph idx="1" type="body"/>
          </p:nvPr>
        </p:nvSpPr>
        <p:spPr>
          <a:xfrm>
            <a:off x="819150" y="17471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Collection -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 tools such as Scapy to extract key features like packet size, protocol type, and connection states, do any feature engineering for model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-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traffic patterns to identify deviations from normal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Active Defense -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Detected threats trigger automated responses through a combination of rule-based mechanisms and AI agents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Feedback Loop &amp; Adaptive Learning -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Administrators can provide feedback on flagged activity. The system incorporates this input to refine its models, reducing false positives and continuously improving its detection capabilities.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 &amp; Visualization -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centralized dashboard that provides real-time visibility into network activity, detected threats, defensive actions, and historical trends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Works</a:t>
            </a:r>
            <a:endParaRPr/>
          </a:p>
        </p:txBody>
      </p:sp>
      <p:sp>
        <p:nvSpPr>
          <p:cNvPr id="174" name="Google Shape;174;p20"/>
          <p:cNvSpPr txBox="1"/>
          <p:nvPr>
            <p:ph idx="1" type="body"/>
          </p:nvPr>
        </p:nvSpPr>
        <p:spPr>
          <a:xfrm>
            <a:off x="1920900" y="1887975"/>
            <a:ext cx="1882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Network Monitoring Solutions (Rule-Based):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Snort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Suricata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5419175" y="1887975"/>
            <a:ext cx="1882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AI-Based Cybersecurity Defenders: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Darktrace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Vectra AI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773850" y="4045975"/>
            <a:ext cx="75963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/>
              <a:t>Our solution will blend AI, adaptive learning, active defense, and analytics in one cybersecurity ecosystem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395800" y="4418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Timeline</a:t>
            </a:r>
            <a:endParaRPr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819150" y="1734688"/>
            <a:ext cx="2190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819150" y="1270025"/>
            <a:ext cx="233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Phase</a:t>
            </a:r>
            <a:endParaRPr b="1"/>
          </a:p>
        </p:txBody>
      </p:sp>
      <p:sp>
        <p:nvSpPr>
          <p:cNvPr id="184" name="Google Shape;184;p21"/>
          <p:cNvSpPr txBox="1"/>
          <p:nvPr/>
        </p:nvSpPr>
        <p:spPr>
          <a:xfrm>
            <a:off x="3299900" y="1270025"/>
            <a:ext cx="233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Weeks</a:t>
            </a:r>
            <a:endParaRPr b="1"/>
          </a:p>
        </p:txBody>
      </p:sp>
      <p:sp>
        <p:nvSpPr>
          <p:cNvPr id="185" name="Google Shape;185;p21"/>
          <p:cNvSpPr txBox="1"/>
          <p:nvPr/>
        </p:nvSpPr>
        <p:spPr>
          <a:xfrm>
            <a:off x="5634500" y="1270025"/>
            <a:ext cx="233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Activities</a:t>
            </a:r>
            <a:endParaRPr b="1"/>
          </a:p>
        </p:txBody>
      </p: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819150" y="2073100"/>
            <a:ext cx="2190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Prep</a:t>
            </a:r>
            <a:endParaRPr/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819150" y="2411500"/>
            <a:ext cx="2190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Development</a:t>
            </a:r>
            <a:endParaRPr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819150" y="2844650"/>
            <a:ext cx="2190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Active Defense</a:t>
            </a:r>
            <a:endParaRPr/>
          </a:p>
        </p:txBody>
      </p:sp>
      <p:sp>
        <p:nvSpPr>
          <p:cNvPr id="189" name="Google Shape;189;p21"/>
          <p:cNvSpPr txBox="1"/>
          <p:nvPr>
            <p:ph idx="1" type="body"/>
          </p:nvPr>
        </p:nvSpPr>
        <p:spPr>
          <a:xfrm>
            <a:off x="819150" y="3277800"/>
            <a:ext cx="2190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Feedback Loop</a:t>
            </a:r>
            <a:endParaRPr/>
          </a:p>
        </p:txBody>
      </p:sp>
      <p:sp>
        <p:nvSpPr>
          <p:cNvPr id="190" name="Google Shape;190;p21"/>
          <p:cNvSpPr txBox="1"/>
          <p:nvPr>
            <p:ph idx="1" type="body"/>
          </p:nvPr>
        </p:nvSpPr>
        <p:spPr>
          <a:xfrm>
            <a:off x="819150" y="3710950"/>
            <a:ext cx="2190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/>
          </a:p>
        </p:txBody>
      </p:sp>
      <p:sp>
        <p:nvSpPr>
          <p:cNvPr id="191" name="Google Shape;191;p21"/>
          <p:cNvSpPr txBox="1"/>
          <p:nvPr>
            <p:ph idx="1" type="body"/>
          </p:nvPr>
        </p:nvSpPr>
        <p:spPr>
          <a:xfrm>
            <a:off x="819150" y="4144100"/>
            <a:ext cx="2190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3299900" y="1734550"/>
            <a:ext cx="91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 – 2</a:t>
            </a:r>
            <a:endParaRPr sz="1000"/>
          </a:p>
        </p:txBody>
      </p:sp>
      <p:sp>
        <p:nvSpPr>
          <p:cNvPr id="193" name="Google Shape;193;p21"/>
          <p:cNvSpPr txBox="1"/>
          <p:nvPr/>
        </p:nvSpPr>
        <p:spPr>
          <a:xfrm>
            <a:off x="3299900" y="2072950"/>
            <a:ext cx="91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3 – 4</a:t>
            </a:r>
            <a:endParaRPr sz="1000"/>
          </a:p>
        </p:txBody>
      </p:sp>
      <p:sp>
        <p:nvSpPr>
          <p:cNvPr id="194" name="Google Shape;194;p21"/>
          <p:cNvSpPr txBox="1"/>
          <p:nvPr/>
        </p:nvSpPr>
        <p:spPr>
          <a:xfrm>
            <a:off x="3299900" y="2411350"/>
            <a:ext cx="91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5 – 7</a:t>
            </a:r>
            <a:endParaRPr sz="1000"/>
          </a:p>
        </p:txBody>
      </p:sp>
      <p:sp>
        <p:nvSpPr>
          <p:cNvPr id="195" name="Google Shape;195;p21"/>
          <p:cNvSpPr txBox="1"/>
          <p:nvPr/>
        </p:nvSpPr>
        <p:spPr>
          <a:xfrm>
            <a:off x="3299900" y="2814375"/>
            <a:ext cx="91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8 – 9</a:t>
            </a:r>
            <a:endParaRPr sz="1000"/>
          </a:p>
        </p:txBody>
      </p:sp>
      <p:sp>
        <p:nvSpPr>
          <p:cNvPr id="196" name="Google Shape;196;p21"/>
          <p:cNvSpPr txBox="1"/>
          <p:nvPr/>
        </p:nvSpPr>
        <p:spPr>
          <a:xfrm>
            <a:off x="3299900" y="3277638"/>
            <a:ext cx="91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10 – 11	</a:t>
            </a:r>
            <a:endParaRPr sz="1000"/>
          </a:p>
        </p:txBody>
      </p:sp>
      <p:sp>
        <p:nvSpPr>
          <p:cNvPr id="197" name="Google Shape;197;p21"/>
          <p:cNvSpPr txBox="1"/>
          <p:nvPr/>
        </p:nvSpPr>
        <p:spPr>
          <a:xfrm>
            <a:off x="3299900" y="4207400"/>
            <a:ext cx="91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14 – 15</a:t>
            </a:r>
            <a:endParaRPr sz="1000"/>
          </a:p>
        </p:txBody>
      </p:sp>
      <p:sp>
        <p:nvSpPr>
          <p:cNvPr id="198" name="Google Shape;198;p21"/>
          <p:cNvSpPr txBox="1"/>
          <p:nvPr/>
        </p:nvSpPr>
        <p:spPr>
          <a:xfrm>
            <a:off x="3299900" y="3710800"/>
            <a:ext cx="91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12 – 13</a:t>
            </a:r>
            <a:endParaRPr sz="1000"/>
          </a:p>
        </p:txBody>
      </p:sp>
      <p:sp>
        <p:nvSpPr>
          <p:cNvPr id="199" name="Google Shape;199;p21"/>
          <p:cNvSpPr txBox="1"/>
          <p:nvPr/>
        </p:nvSpPr>
        <p:spPr>
          <a:xfrm>
            <a:off x="4946050" y="16702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Define scope and design projects architecture</a:t>
            </a:r>
            <a:endParaRPr sz="1000"/>
          </a:p>
        </p:txBody>
      </p:sp>
      <p:sp>
        <p:nvSpPr>
          <p:cNvPr id="200" name="Google Shape;200;p21"/>
          <p:cNvSpPr txBox="1"/>
          <p:nvPr/>
        </p:nvSpPr>
        <p:spPr>
          <a:xfrm>
            <a:off x="4969100" y="20729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Capture packets and extract features.</a:t>
            </a:r>
            <a:endParaRPr sz="1000"/>
          </a:p>
        </p:txBody>
      </p:sp>
      <p:sp>
        <p:nvSpPr>
          <p:cNvPr id="201" name="Google Shape;201;p21"/>
          <p:cNvSpPr txBox="1"/>
          <p:nvPr/>
        </p:nvSpPr>
        <p:spPr>
          <a:xfrm>
            <a:off x="4969100" y="24113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Develop and train detection models.</a:t>
            </a:r>
            <a:endParaRPr sz="1000"/>
          </a:p>
        </p:txBody>
      </p:sp>
      <p:sp>
        <p:nvSpPr>
          <p:cNvPr id="202" name="Google Shape;202;p21"/>
          <p:cNvSpPr txBox="1"/>
          <p:nvPr/>
        </p:nvSpPr>
        <p:spPr>
          <a:xfrm>
            <a:off x="4969100" y="28445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Build response agents and blocking rules.</a:t>
            </a:r>
            <a:endParaRPr sz="1000"/>
          </a:p>
        </p:txBody>
      </p:sp>
      <p:sp>
        <p:nvSpPr>
          <p:cNvPr id="203" name="Google Shape;203;p21"/>
          <p:cNvSpPr txBox="1"/>
          <p:nvPr/>
        </p:nvSpPr>
        <p:spPr>
          <a:xfrm>
            <a:off x="4969100" y="32776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Enable admin feedback and dynamic updates.</a:t>
            </a:r>
            <a:endParaRPr sz="1000"/>
          </a:p>
        </p:txBody>
      </p:sp>
      <p:sp>
        <p:nvSpPr>
          <p:cNvPr id="204" name="Google Shape;204;p21"/>
          <p:cNvSpPr txBox="1"/>
          <p:nvPr/>
        </p:nvSpPr>
        <p:spPr>
          <a:xfrm>
            <a:off x="4969100" y="3710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Create real-time visualization tools.</a:t>
            </a:r>
            <a:endParaRPr sz="1000"/>
          </a:p>
        </p:txBody>
      </p:sp>
      <p:sp>
        <p:nvSpPr>
          <p:cNvPr id="205" name="Google Shape;205;p21"/>
          <p:cNvSpPr txBox="1"/>
          <p:nvPr/>
        </p:nvSpPr>
        <p:spPr>
          <a:xfrm>
            <a:off x="4969100" y="42074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Final testing and report/presentation.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